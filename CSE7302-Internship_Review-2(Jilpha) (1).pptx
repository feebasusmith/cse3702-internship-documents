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LIlubeHbcAvFpeJz87bhIcY2w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30F72D-2094-4243-BDDA-C07111782039}">
  <a:tblStyle styleId="{E630F72D-2094-4243-BDDA-C0711178203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7949f23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g3bc7949f234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1009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Jilph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7949f234_1_9"/>
          <p:cNvSpPr txBox="1"/>
          <p:nvPr/>
        </p:nvSpPr>
        <p:spPr>
          <a:xfrm>
            <a:off x="6525369" y="1812218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</a:t>
            </a:r>
            <a:r>
              <a:rPr b="1" lang="en-US" sz="20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="1" lang="en-US" sz="17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. Sahabzada Betab Badar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School of CSE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University, Bengaluru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bc7949f234_1_9"/>
          <p:cNvSpPr txBox="1"/>
          <p:nvPr/>
        </p:nvSpPr>
        <p:spPr>
          <a:xfrm>
            <a:off x="156411" y="4130278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B.tech Computer Science and Engineering (Data Science)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HoD: 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Dr. Pravinth Raja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Program Internship Coordinator: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Ms. Nisha Robin Rohit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School Internship Coordinator: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Dr. Md Ziaur Rahman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									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g3bc7949f234_1_9"/>
          <p:cNvSpPr txBox="1"/>
          <p:nvPr/>
        </p:nvSpPr>
        <p:spPr>
          <a:xfrm>
            <a:off x="838200" y="130629"/>
            <a:ext cx="105156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b="1" lang="en-US" sz="28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7302</a:t>
            </a:r>
            <a:r>
              <a:rPr b="1" i="0" lang="en-US" sz="2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INTERNSHIP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Review-2 Presentation 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 2026 Analysis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4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g3bc7949f234_1_9"/>
          <p:cNvGraphicFramePr/>
          <p:nvPr/>
        </p:nvGraphicFramePr>
        <p:xfrm>
          <a:off x="601909" y="1911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{E630F72D-2094-4243-BDDA-C07111782039}</a:tableStyleId>
              </a:tblPr>
              <a:tblGrid>
                <a:gridCol w="1371275"/>
                <a:gridCol w="3950275"/>
              </a:tblGrid>
              <a:tr h="3622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JILPHA SUSMITH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20221CSD0066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8CSD02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r>
              <a:rPr b="1" lang="en-US" sz="325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32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04516" y="1027630"/>
            <a:ext cx="10668000" cy="4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Brief.</a:t>
            </a:r>
            <a:endParaRPr sz="2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Domain.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Composition.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Faced.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Proposed System.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Timeline.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Link.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4953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838200" y="365126"/>
            <a:ext cx="105156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Brief:</a:t>
            </a:r>
            <a:endParaRPr sz="325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38200" y="1342518"/>
            <a:ext cx="10515600" cy="4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Nineleaps:</a:t>
            </a:r>
            <a:endParaRPr b="1"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Nineleaps is a data and analytics consulting company that focuses on helping organizations become </a:t>
            </a:r>
            <a:r>
              <a:rPr b="1"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</a:t>
            </a: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company works with clients across multiple industries to solve business problems using </a:t>
            </a:r>
            <a:r>
              <a:rPr b="1"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analytics, artificial intelligence, and digital transformation</a:t>
            </a: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&amp; Offerings:</a:t>
            </a:r>
            <a:endParaRPr b="1"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 &amp; Business Intelligence.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Engineering &amp; Cloud Solutions.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Machine Learning Solutions.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Engineering &amp; Consulting.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078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lang="en-US" sz="9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 Services.</a:t>
            </a:r>
            <a:endParaRPr sz="97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7630" lvl="1" marL="685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686400" y="323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 sz="325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and Industries</a:t>
            </a:r>
            <a:endParaRPr sz="3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576025" y="1480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Nineleaps works with 100+ global clients, including startups, mid-size firms, and Fortune 500 companies  across sectors such as retail, finance, healthcare, mobility, logistics, and real estate.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They build scalable applications, AI-enabled platforms, digital transformation roadmaps, and tailored software solutions that help businesses adapt to changing technology landscapes.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 txBox="1"/>
          <p:nvPr>
            <p:ph idx="10" type="dt"/>
          </p:nvPr>
        </p:nvSpPr>
        <p:spPr>
          <a:xfrm>
            <a:off x="838200" y="6356350"/>
            <a:ext cx="1009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31-01-2026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</a:t>
            </a:r>
            <a:r>
              <a:rPr b="1" lang="en-US" sz="32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Assigned Domain: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Data Analytics.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Analytics involves collecting, cleaning, and analyzing data.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helps in identifying patterns and insights for decision-making.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Used across industries to improve efficiency and business performance.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 team and reporting Manager</a:t>
            </a:r>
            <a:endParaRPr sz="3250"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995855" y="1184366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1" sz="2400"/>
          </a:p>
          <a:p>
            <a:pPr indent="-3810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Currently working on an Indian Premier League (IPL) analytics project.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Team of 5 members collaborating from different colleges.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Project managed under the guidance of Project Manager – Prachi Gupta.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Team Coordination and Workflow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Conduct a daily stand-up call every morning.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Tasks for the day are discussed and assigned.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Dependencies and blockers  are clarified.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 the end of each day, progress updates are shared with the project. manager.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755400" y="365125"/>
            <a:ext cx="1051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Internship</a:t>
            </a:r>
            <a:endParaRPr/>
          </a:p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852000" y="1184437"/>
            <a:ext cx="11022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with Team Members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Collaborating with teammates from different colleges required clear communication and alignment on tasks.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Large and Complex Datasets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 data was extensive, making it challenging to understand structure, dependencies, and relevance initially.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Issues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values, inconsistent formats, and noisy data during the data validation phase required extra effort.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Management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Balancing daily stand-up deliverables with academic responsibilities was challenging at times.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 b="1" sz="3250"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969502" y="1184366"/>
            <a:ext cx="9874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collect, clean, and prepare IPL data for meaningful analysis.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data accuracy and consistency through proper validation techniques.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perform feature engineering to extract relevant insights and improve data usability.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collaborate effectively in a cross-college team environment following agile practices such as daily stand-up meetings.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deliver structured, analysis-ready datasets that support further modeling and decision-making.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50"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Traditional selection relies on experience and basic stats (runs, strike rate), which can be subjective and incomplete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Recent research uses advanced metrics like impact score, consistency, and cost efficiency for better performance evaluation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Machine Learning models help predict outcomes but cannot optimally select squads under constraints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Optimization techniques, especially Linear Programming, are widely used in sports for roster construction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 Programming enables objective selection while satisfying budget, role balance, squad size, and foreign player limits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</a:t>
            </a:r>
            <a:endParaRPr sz="3250"/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927847" y="1106900"/>
            <a:ext cx="112641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and preprocess historical IPL player performance data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advanced features: Impact Score, Consistency, Cost Efficiency, Replacement Value, Boundary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Percenatge</a:t>
            </a: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etc.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a Final Player Performance Score using weighted metrics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Formulate squad selection as a Linear Programming optimization problem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constraints: budget, squad size, role balance, foreign player limit, home-ground strategy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 balanced, objective, and data-driven team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824401" y="365125"/>
            <a:ext cx="1051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50"/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CSK franchise needs a data backed method to build its IPL 2026 squad under budget and regulatory constraints.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Evaluate and select players using various metrics.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Generate the optimal squad and Playing XI.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 sz="3250"/>
          </a:p>
        </p:txBody>
      </p:sp>
      <p:sp>
        <p:nvSpPr>
          <p:cNvPr id="167" name="Google Shape;167;p12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4300" spcFirstLastPara="1" rIns="91425" wrap="square" tIns="45700">
            <a:normAutofit fontScale="62500" lnSpcReduction="20000"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sz="4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Python 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Jupyter Notebook / VS Code / Google Colab.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Libraries: Pandas, NumPy, Matplotlib, Scikit-learn, PuLP.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Operating System: Windows / Linux / macOS.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4350">
                <a:latin typeface="Times New Roman"/>
                <a:ea typeface="Times New Roman"/>
                <a:cs typeface="Times New Roman"/>
                <a:sym typeface="Times New Roman"/>
              </a:rPr>
              <a:t>Data Requirements</a:t>
            </a:r>
            <a:endParaRPr sz="4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71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Historical IPL player statistics.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71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Auction price and role information.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413" lvl="0" marL="971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Match performance records.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Proposed System</a:t>
            </a:r>
            <a:endParaRPr sz="3250"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 Selection – reduces human bias and intuition-based decisions.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Data-Driven – uses real performance metrics and historical statistics.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Optimal Squad Formation – maximizes overall team strength mathematically.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Handles Constraints – budget, squad size, role balance, foreign player limits.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Better Team Balance – ensures proper mix of batters, bowlers, all-rounders, and wicketkeepers.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Scalable &amp; Reusable – can be applied to future seasons or other leagues</a:t>
            </a: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/>
        </p:nvSpPr>
        <p:spPr>
          <a:xfrm>
            <a:off x="769200" y="365125"/>
            <a:ext cx="10515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Timeline:</a:t>
            </a:r>
            <a:endParaRPr sz="325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5"/>
          <p:cNvGrpSpPr/>
          <p:nvPr/>
        </p:nvGrpSpPr>
        <p:grpSpPr>
          <a:xfrm>
            <a:off x="1193055" y="1210500"/>
            <a:ext cx="9237706" cy="4573643"/>
            <a:chOff x="2063594" y="0"/>
            <a:chExt cx="6388455" cy="4058246"/>
          </a:xfrm>
        </p:grpSpPr>
        <p:sp>
          <p:nvSpPr>
            <p:cNvPr id="183" name="Google Shape;183;p15"/>
            <p:cNvSpPr/>
            <p:nvPr/>
          </p:nvSpPr>
          <p:spPr>
            <a:xfrm>
              <a:off x="7173684" y="811638"/>
              <a:ext cx="1278300" cy="3246600"/>
            </a:xfrm>
            <a:prstGeom prst="wedgeRectCallout">
              <a:avLst>
                <a:gd fmla="val 0" name="adj1"/>
                <a:gd fmla="val 0" name="adj2"/>
              </a:avLst>
            </a:prstGeom>
            <a:solidFill>
              <a:srgbClr val="BFC8E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 txBox="1"/>
            <p:nvPr/>
          </p:nvSpPr>
          <p:spPr>
            <a:xfrm>
              <a:off x="7336049" y="811646"/>
              <a:ext cx="1116000" cy="32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Submission of report and final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20/04/26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173684" y="0"/>
              <a:ext cx="1278300" cy="811500"/>
            </a:xfrm>
            <a:prstGeom prst="rect">
              <a:avLst/>
            </a:prstGeom>
            <a:solidFill>
              <a:srgbClr val="ED7D31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 txBox="1"/>
            <p:nvPr/>
          </p:nvSpPr>
          <p:spPr>
            <a:xfrm>
              <a:off x="7173684" y="0"/>
              <a:ext cx="1278300" cy="81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 Review</a:t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898557" y="811638"/>
              <a:ext cx="1278300" cy="30435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C6EAE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 txBox="1"/>
            <p:nvPr/>
          </p:nvSpPr>
          <p:spPr>
            <a:xfrm>
              <a:off x="5978086" y="811638"/>
              <a:ext cx="1116000" cy="30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on executing blueprint and workflow with the help of code base and documenting in hardcopy and version control system.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03/04/26</a:t>
              </a:r>
              <a:endParaRPr b="1"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5898557" y="101454"/>
              <a:ext cx="1278300" cy="710100"/>
            </a:xfrm>
            <a:prstGeom prst="rect">
              <a:avLst/>
            </a:prstGeom>
            <a:solidFill>
              <a:srgbClr val="A5A5A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5898557" y="101454"/>
              <a:ext cx="1278300" cy="7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4</a:t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620236" y="811638"/>
              <a:ext cx="1278300" cy="28407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CFF1C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4701364" y="811638"/>
              <a:ext cx="1116000" cy="28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on executing blueprint</a:t>
              </a: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workflow with the help of code base.</a:t>
              </a:r>
              <a:endParaRPr/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28/02/26</a:t>
              </a:r>
              <a:endParaRPr b="1"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4620236" y="206156"/>
              <a:ext cx="1278300" cy="6087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 txBox="1"/>
            <p:nvPr/>
          </p:nvSpPr>
          <p:spPr>
            <a:xfrm>
              <a:off x="4620236" y="206156"/>
              <a:ext cx="12783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3</a:t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341915" y="811638"/>
              <a:ext cx="1278300" cy="26379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F4F6D9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3426211" y="811646"/>
              <a:ext cx="1194000" cy="26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Blueprint construction, architectural workflow with codebase.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31/01/26</a:t>
              </a:r>
              <a:endParaRPr b="1"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3341915" y="304364"/>
              <a:ext cx="1278300" cy="507300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5"/>
            <p:cNvSpPr txBox="1"/>
            <p:nvPr/>
          </p:nvSpPr>
          <p:spPr>
            <a:xfrm>
              <a:off x="3341915" y="304364"/>
              <a:ext cx="1278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2</a:t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063594" y="811638"/>
              <a:ext cx="1278300" cy="24348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FAEAE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 txBox="1"/>
            <p:nvPr/>
          </p:nvSpPr>
          <p:spPr>
            <a:xfrm>
              <a:off x="2144722" y="811638"/>
              <a:ext cx="1116000" cy="24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Overview of the company and role</a:t>
              </a: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briefing the problem statement and workflow timeline.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23/01/26</a:t>
              </a:r>
              <a:endParaRPr b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2063594" y="405819"/>
              <a:ext cx="1278300" cy="405900"/>
            </a:xfrm>
            <a:prstGeom prst="rect">
              <a:avLst/>
            </a:prstGeom>
            <a:solidFill>
              <a:srgbClr val="70AD4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 txBox="1"/>
            <p:nvPr/>
          </p:nvSpPr>
          <p:spPr>
            <a:xfrm>
              <a:off x="2063594" y="405819"/>
              <a:ext cx="12783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1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/>
          </a:p>
        </p:txBody>
      </p:sp>
      <p:sp>
        <p:nvSpPr>
          <p:cNvPr id="208" name="Google Shape;20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4"/>
          <p:cNvSpPr txBox="1"/>
          <p:nvPr>
            <p:ph idx="1" type="body"/>
          </p:nvPr>
        </p:nvSpPr>
        <p:spPr>
          <a:xfrm>
            <a:off x="446308" y="1061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https://github.com/Jilpha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838200" y="2547258"/>
            <a:ext cx="10515600" cy="1214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1180"/>
              </a:buClr>
              <a:buSzPts val="6600"/>
              <a:buNone/>
            </a:pPr>
            <a:r>
              <a:rPr lang="en-US" sz="6600">
                <a:solidFill>
                  <a:srgbClr val="A711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/>
          </a:p>
        </p:txBody>
      </p:sp>
      <p:sp>
        <p:nvSpPr>
          <p:cNvPr id="215" name="Google Shape;2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>
                <a:solidFill>
                  <a:srgbClr val="F7CA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A711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d04924_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2022-10-14T07:18:17Z</dcterms:created>
  <dc:creator>Gopalakrishnan N-Asst. Prof-CIV</dc:creator>
</cp:coreProperties>
</file>