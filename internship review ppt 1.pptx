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Overview of the company and role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 custT="1"/>
      <dgm:spPr/>
      <dgm:t>
        <a:bodyPr/>
        <a:lstStyle/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 and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objectives,Model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Design 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Presentation on the progress of the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propsed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work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C0FC717F-B251-4A7C-A5B7-16CB320B2249}">
      <dgm:prSet/>
      <dgm:spPr/>
      <dgm:t>
        <a:bodyPr/>
        <a:lstStyle/>
        <a:p>
          <a:pPr algn="r"/>
          <a:endParaRPr lang="en-IN" sz="1500" dirty="0"/>
        </a:p>
      </dgm:t>
    </dgm:pt>
    <dgm:pt modelId="{ADC83E48-5C17-433E-B490-26D8F440FD9D}" type="parTrans" cxnId="{9FEA5F05-9EF2-4086-A6F2-481BEA5997CD}">
      <dgm:prSet/>
      <dgm:spPr/>
      <dgm:t>
        <a:bodyPr/>
        <a:lstStyle/>
        <a:p>
          <a:endParaRPr lang="en-IN"/>
        </a:p>
      </dgm:t>
    </dgm:pt>
    <dgm:pt modelId="{26CECF0D-9A46-40A7-BE43-D20F5DDA29D0}" type="sibTrans" cxnId="{9FEA5F05-9EF2-4086-A6F2-481BEA5997CD}">
      <dgm:prSet/>
      <dgm:spPr/>
      <dgm:t>
        <a:bodyPr/>
        <a:lstStyle/>
        <a:p>
          <a:endParaRPr lang="en-IN"/>
        </a:p>
      </dgm:t>
    </dgm:pt>
    <dgm:pt modelId="{E7A42880-A1B9-4946-ADFA-ABA3050ACB1C}">
      <dgm:prSet custT="1"/>
      <dgm:spPr/>
      <dgm:t>
        <a:bodyPr/>
        <a:lstStyle/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Presentation on the progress of the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propsed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work</a:t>
          </a:r>
        </a:p>
      </dgm:t>
    </dgm:pt>
    <dgm:pt modelId="{442B99AE-EFC3-4C1D-B944-823A0C7C96E6}" type="parTrans" cxnId="{BCBB2496-0DB0-4E74-9A56-D8EE4D8F4D44}">
      <dgm:prSet/>
      <dgm:spPr/>
      <dgm:t>
        <a:bodyPr/>
        <a:lstStyle/>
        <a:p>
          <a:endParaRPr lang="en-IN"/>
        </a:p>
      </dgm:t>
    </dgm:pt>
    <dgm:pt modelId="{0B67BC7D-6D6A-4C96-8054-DC5AA897E5CE}" type="sibTrans" cxnId="{BCBB2496-0DB0-4E74-9A56-D8EE4D8F4D44}">
      <dgm:prSet/>
      <dgm:spPr/>
      <dgm:t>
        <a:bodyPr/>
        <a:lstStyle/>
        <a:p>
          <a:endParaRPr lang="en-IN"/>
        </a:p>
      </dgm:t>
    </dgm:pt>
    <dgm:pt modelId="{FFDEB8F3-818E-4EA6-A7E6-DBEE1111050A}">
      <dgm:prSet custT="1"/>
      <dgm:spPr/>
      <dgm:t>
        <a:bodyPr/>
        <a:lstStyle/>
        <a:p>
          <a:pPr algn="l"/>
          <a:r>
            <a:rPr lang="en-IN" sz="1400" dirty="0"/>
            <a:t>Submission of report and final</a:t>
          </a:r>
        </a:p>
        <a:p>
          <a:pPr algn="l"/>
          <a:r>
            <a:rPr lang="en-IN" sz="1400" dirty="0"/>
            <a:t>presentation</a:t>
          </a:r>
        </a:p>
      </dgm:t>
    </dgm:pt>
    <dgm:pt modelId="{50426B43-02FF-4877-8027-CEB6ED742A88}" type="parTrans" cxnId="{F320BE2F-8A24-4B27-95C5-585B83EDF384}">
      <dgm:prSet/>
      <dgm:spPr/>
      <dgm:t>
        <a:bodyPr/>
        <a:lstStyle/>
        <a:p>
          <a:endParaRPr lang="en-IN"/>
        </a:p>
      </dgm:t>
    </dgm:pt>
    <dgm:pt modelId="{BAACED6E-AB19-4701-8B0A-5036B0382DB6}" type="sibTrans" cxnId="{F320BE2F-8A24-4B27-95C5-585B83EDF384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31083803-70B4-42F3-9FAD-57F11651E17D}" type="presOf" srcId="{C0FC717F-B251-4A7C-A5B7-16CB320B2249}" destId="{98225A61-A0EC-450A-BED8-EF2E47E8FD18}" srcOrd="1" destOrd="0" presId="urn:microsoft.com/office/officeart/2011/layout/InterconnectedBlockProcess"/>
    <dgm:cxn modelId="{9FEA5F05-9EF2-4086-A6F2-481BEA5997CD}" srcId="{5E92505A-51E0-4F78-B3C5-704ACF8710DE}" destId="{C0FC717F-B251-4A7C-A5B7-16CB320B2249}" srcOrd="0" destOrd="0" parTransId="{ADC83E48-5C17-433E-B490-26D8F440FD9D}" sibTransId="{26CECF0D-9A46-40A7-BE43-D20F5DDA29D0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F320BE2F-8A24-4B27-95C5-585B83EDF384}" srcId="{65C051F6-A849-4495-A964-CD4C650B9C06}" destId="{FFDEB8F3-818E-4EA6-A7E6-DBEE1111050A}" srcOrd="0" destOrd="0" parTransId="{50426B43-02FF-4877-8027-CEB6ED742A88}" sibTransId="{BAACED6E-AB19-4701-8B0A-5036B0382DB6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01B96F47-6C27-4F01-9A9D-35B76614CAA3}" type="presOf" srcId="{FFDEB8F3-818E-4EA6-A7E6-DBEE1111050A}" destId="{8CAE5A4D-0C7B-48A6-917B-0B8433D0574B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AB466295-A836-40CF-8483-1FA40B6866E2}" type="presOf" srcId="{E7A42880-A1B9-4946-ADFA-ABA3050ACB1C}" destId="{FC0F1314-3294-4A8C-8DCE-EB53E236164C}" srcOrd="0" destOrd="1" presId="urn:microsoft.com/office/officeart/2011/layout/InterconnectedBlockProcess"/>
    <dgm:cxn modelId="{BCBB2496-0DB0-4E74-9A56-D8EE4D8F4D44}" srcId="{5E92505A-51E0-4F78-B3C5-704ACF8710DE}" destId="{E7A42880-A1B9-4946-ADFA-ABA3050ACB1C}" srcOrd="1" destOrd="0" parTransId="{442B99AE-EFC3-4C1D-B944-823A0C7C96E6}" sibTransId="{0B67BC7D-6D6A-4C96-8054-DC5AA897E5CE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061FBABE-4D71-4375-9900-F3293343B442}" type="presOf" srcId="{E7A42880-A1B9-4946-ADFA-ABA3050ACB1C}" destId="{98225A61-A0EC-450A-BED8-EF2E47E8FD18}" srcOrd="1" destOrd="1" presId="urn:microsoft.com/office/officeart/2011/layout/InterconnectedBlockProcess"/>
    <dgm:cxn modelId="{29409DC7-3E7D-4BFD-98CC-FCE70EDD05AC}" type="presOf" srcId="{C0FC717F-B251-4A7C-A5B7-16CB320B2249}" destId="{FC0F1314-3294-4A8C-8DCE-EB53E236164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0F2F6AEE-B293-4535-84E4-13661D7A727E}" type="presOf" srcId="{FFDEB8F3-818E-4EA6-A7E6-DBEE1111050A}" destId="{928B615F-0F8D-4140-A638-0FBB8F5BF1E9}" srcOrd="1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Submission of report and final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presentation</a:t>
          </a: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Presentation on the progress of the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propsed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work</a:t>
          </a: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Presentation on the progress of the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propsed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work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 and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objectives,Model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Design 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Overview of the company and role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ilph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Sahabzada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Betab Badar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Engineering(Data Science)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Nisha Robin Rohit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IPL  ACTIVITY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347612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JILPHA SUSMITH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20221CSD0066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8CSD02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Nineleaps</a:t>
            </a:r>
            <a:r>
              <a:rPr lang="en-US" dirty="0"/>
              <a:t> Technology Solutions Private Limited is a technology services and product engineering company headquartered in Bengaluru (Bangalore), Karnataka, India. It was founded in 2014 by Divy Shrivastava and Vivekanand Jha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specializes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Engineering, Data Analytics, Artificial Intelligence, Machine Learning, and Product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Nineleaps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organizations build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and scalable digital solutions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business decision-making.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D77B-37B9-596B-DEB5-3B5F7E46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Clients and Industries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B5D17-04A4-7631-7341-F440A9F77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Nineleaps</a:t>
            </a:r>
            <a:r>
              <a:rPr lang="en-US" dirty="0"/>
              <a:t> works with </a:t>
            </a:r>
            <a:r>
              <a:rPr lang="en-US" b="1" dirty="0"/>
              <a:t>100+ global clients</a:t>
            </a:r>
            <a:r>
              <a:rPr lang="en-US" dirty="0"/>
              <a:t>, including startups, mid-size firms, and Fortune 500 companies  across sectors such as </a:t>
            </a:r>
            <a:r>
              <a:rPr lang="en-US" b="1" dirty="0"/>
              <a:t>retail, finance, healthcare, mobility, logistics, and real estate</a:t>
            </a:r>
            <a:r>
              <a:rPr lang="en-US" dirty="0"/>
              <a:t>. </a:t>
            </a:r>
          </a:p>
          <a:p>
            <a:r>
              <a:rPr lang="en-US" dirty="0"/>
              <a:t>They build scalable applications, AI-enabled platforms, digital transformation roadmaps, and tailored software solutions that help businesses adapt to changing technology landscapes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3E02B-ED57-9877-66BD-31B749D4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23-01-2026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A00EE-A69E-762A-508B-662A6D4B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604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involves collecting, cleaning, and analyzing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identifying patterns and insights for decision-making.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across industries to improve efficiency and business performance.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Project Overview</a:t>
            </a:r>
          </a:p>
          <a:p>
            <a:r>
              <a:rPr lang="en-US" sz="1900" dirty="0"/>
              <a:t>Currently working on an </a:t>
            </a:r>
            <a:r>
              <a:rPr lang="en-US" sz="1900" b="1" dirty="0"/>
              <a:t>IPL analytics project</a:t>
            </a:r>
            <a:endParaRPr lang="en-US" sz="1900" dirty="0"/>
          </a:p>
          <a:p>
            <a:r>
              <a:rPr lang="en-US" sz="1900" dirty="0"/>
              <a:t>Team of </a:t>
            </a:r>
            <a:r>
              <a:rPr lang="en-US" sz="1900" b="1" dirty="0"/>
              <a:t>5 members</a:t>
            </a:r>
            <a:r>
              <a:rPr lang="en-US" sz="1900" dirty="0"/>
              <a:t> collaborating from </a:t>
            </a:r>
            <a:r>
              <a:rPr lang="en-US" sz="1900" b="1" dirty="0"/>
              <a:t>different colleges</a:t>
            </a:r>
            <a:endParaRPr lang="en-US" sz="1900" dirty="0"/>
          </a:p>
          <a:p>
            <a:r>
              <a:rPr lang="en-US" sz="1900" dirty="0"/>
              <a:t>Project managed under the guidance of </a:t>
            </a:r>
            <a:r>
              <a:rPr lang="en-US" sz="1900" b="1" dirty="0"/>
              <a:t>Project Manager – Prachi Gupta</a:t>
            </a:r>
            <a:br>
              <a:rPr lang="en-US" sz="1900" dirty="0"/>
            </a:br>
            <a:r>
              <a:rPr lang="en-US" sz="1900" b="1" dirty="0"/>
              <a:t>Team Coordination &amp; Workflow</a:t>
            </a:r>
          </a:p>
          <a:p>
            <a:r>
              <a:rPr lang="en-US" sz="1900" dirty="0"/>
              <a:t>Conduct a </a:t>
            </a:r>
            <a:r>
              <a:rPr lang="en-US" sz="1900" b="1" dirty="0"/>
              <a:t>daily stand-up call every morning</a:t>
            </a:r>
          </a:p>
          <a:p>
            <a:r>
              <a:rPr lang="en-US" sz="1900" dirty="0"/>
              <a:t>Tasks for the day are </a:t>
            </a:r>
            <a:r>
              <a:rPr lang="en-US" sz="1900" b="1" dirty="0"/>
              <a:t>discussed and assigned</a:t>
            </a:r>
          </a:p>
          <a:p>
            <a:r>
              <a:rPr lang="en-US" sz="1900" dirty="0"/>
              <a:t>Dependencies and blockers (if any) are clarified</a:t>
            </a:r>
          </a:p>
          <a:p>
            <a:r>
              <a:rPr lang="en-US" sz="2000" dirty="0"/>
              <a:t>At the </a:t>
            </a:r>
            <a:r>
              <a:rPr lang="en-US" sz="2000" b="1" dirty="0"/>
              <a:t>end of each day</a:t>
            </a:r>
            <a:r>
              <a:rPr lang="en-US" sz="2000" dirty="0"/>
              <a:t>, progress updates are </a:t>
            </a:r>
            <a:r>
              <a:rPr lang="en-US" sz="2000" b="1" dirty="0"/>
              <a:t>shared with the project manager</a:t>
            </a:r>
            <a:endParaRPr lang="en-US" sz="1900" dirty="0"/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37A66D-DB96-BEA8-407B-D3FD7B6BDF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3439"/>
            <a:ext cx="1102210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Coordination with Team Members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Collaborating with teammates from different colleges required clear communication and alignment on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Large and Complex Datasets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IPL data was extensive, making it challenging to understand structure, dependencies, and relevance initially.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Issues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values, inconsistent formats, and noisy data during the data validation phase required extra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Balancing daily stand-up deliverables with academic responsibilities was challenging at times.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1EBC1B2-76A3-B1EB-464B-100A7515C7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9917" y="1336826"/>
            <a:ext cx="987462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collect, clean, and prepare IPL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meaningful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accuracy and consistency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proper validation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extract relevant insights and improve data usability.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collaborate effectively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cross-college team environment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following agile practices such as daily stand-up meetings.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deliver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structured, analysis-ready 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support further modeling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162784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IN">
                <a:hlinkClick r:id="rId2"/>
              </a:rPr>
              <a:t>https://github.com/Jilpha</a:t>
            </a:r>
            <a:endParaRPr lang="en-IN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7043</TotalTime>
  <Words>612</Words>
  <Application>Microsoft Office PowerPoint</Application>
  <PresentationFormat>Widescreen</PresentationFormat>
  <Paragraphs>90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Clients and Industries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priya jose</cp:lastModifiedBy>
  <cp:revision>718</cp:revision>
  <dcterms:created xsi:type="dcterms:W3CDTF">2022-10-14T07:18:17Z</dcterms:created>
  <dcterms:modified xsi:type="dcterms:W3CDTF">2026-01-23T06:32:16Z</dcterms:modified>
</cp:coreProperties>
</file>